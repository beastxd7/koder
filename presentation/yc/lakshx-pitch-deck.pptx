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15181F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896112" y="1581912"/>
            <a:ext cx="493776" cy="493776"/>
          </a:xfrm>
          <a:prstGeom prst="star8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PITCH — Y COMBINATOR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400" b="0" i="0">
                <a:solidFill>
                  <a:srgbClr val="EAE8F2"/>
                </a:solidFill>
                <a:latin typeface="Georgia"/>
              </a:rPr>
              <a:t>LakshX</a:t>
            </a:r>
            <a:r>
              <a:rPr sz="1600" b="0" i="0">
                <a:solidFill>
                  <a:srgbClr val="8D90A6"/>
                </a:solidFill>
                <a:latin typeface="Consolas"/>
              </a:rPr>
              <a:t>  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 i="0">
                <a:solidFill>
                  <a:srgbClr val="EAE8F2"/>
                </a:solidFill>
                <a:latin typeface="Georgia"/>
              </a:rPr>
              <a:t>The agentic IDE that remembers — built for one developer today, an entire engineering team tomorrow.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099816" cy="292608"/>
          </a:xfrm>
          <a:prstGeom prst="roundRect">
            <a:avLst>
              <a:gd name="adj" fmla="val 50000"/>
            </a:avLst>
          </a:prstGeom>
          <a:solidFill>
            <a:srgbClr val="162A24"/>
          </a:solidFill>
          <a:ln w="9525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3749039"/>
            <a:ext cx="5148072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ENTERPRISE AGENT BRAIN — IDEATION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MIT licensed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VS Code fork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Every AI coding agent today is a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brilliant amnesiac.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SESSION-SCOPED   </a:t>
            </a:r>
            <a:r>
              <a:rPr sz="1500">
                <a:solidFill>
                  <a:srgbClr val="EAE8F2"/>
                </a:solidFill>
                <a:latin typeface="Calibri"/>
              </a:rPr>
              <a:t>Close the chat and the reasoning is gone. Tomorrow's session starts from zero, even on the same file.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MACHINE-SCOPED   </a:t>
            </a:r>
            <a:r>
              <a:rPr sz="1500">
                <a:solidFill>
                  <a:srgbClr val="EAE8F2"/>
                </a:solidFill>
                <a:latin typeface="Calibri"/>
              </a:rPr>
              <a:t>The agent only knows the one folder open on the one laptop it happens to be running on.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UNVERIFIED “DONE”   </a:t>
            </a:r>
            <a:r>
              <a:rPr sz="1500">
                <a:solidFill>
                  <a:srgbClr val="EAE8F2"/>
                </a:solidFill>
                <a:latin typeface="Calibri"/>
              </a:rPr>
              <a:t>The model tells you it finished. Nothing independently re-checks that claim against reality.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AE8F2"/>
                </a:solidFill>
                <a:latin typeface="Georgia"/>
              </a:rPr>
              <a:t>None of this is a model problem. It's an infrastructure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OUR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next unlock isn't a smarter model. It's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trustworthy autonomy.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Verification, not vibes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“Done” is a re-run of a real, hash-frozen spec — a process exits 0, a test actually passes — not a sentence the model generated.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Persistent memory, not sessions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Every action the agent takes is traced and stored locally, always on — the record outlives the chat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Shared context, not one machine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The long-term bet: that memory shouldn't stop at one person's laptop when the work never did.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TODAY —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i="0">
                <a:solidFill>
                  <a:srgbClr val="EAE8F2"/>
                </a:solidFill>
                <a:latin typeface="Georgia"/>
              </a:rPr>
              <a:t>A VS Code fork with a real engineer inside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Royal Mode 2.0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Plans, executes, and verifies its own work through a gated phase machine.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Background subagents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Dispatches and monitors parallel work without blocking the main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4224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Local trace store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Every agent action recorded locally and always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576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Bring-your-own-model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Plug in any provider — nothing locked to one vendor's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Structural search &amp; secrets scan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AST-aware find/replace and SAST-lite checks built into the editor.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Dependency &amp; call graph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 guided tour of any unfamiliar codebase, generated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Voice mode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Offline, local speech-to-text push-to-talk dictation.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576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Remote access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Pair a phone over WiFi to watch and steer a running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IT EARNS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agent can't just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say</a:t>
            </a:r>
            <a:r>
              <a:rPr sz="3200" b="0" i="0">
                <a:solidFill>
                  <a:srgbClr val="EAE8F2"/>
                </a:solidFill>
                <a:latin typeface="Georgia"/>
              </a:rPr>
              <a:t> it's done.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606040"/>
            <a:ext cx="15544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RECON +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075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606040"/>
            <a:ext cx="118872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951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606040"/>
            <a:ext cx="1005840" cy="502920"/>
          </a:xfrm>
          <a:prstGeom prst="roundRect">
            <a:avLst>
              <a:gd name="adj" fmla="val 15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57D9A3"/>
                </a:solidFill>
                <a:latin typeface="Consolas"/>
              </a:rPr>
              <a:t>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493776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VERIFY fails → FIX (≤ 2 rounds) → back to 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429000"/>
            <a:ext cx="548640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Still wrong → REWIND (≤ 2 re-entries) → back to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8D90A6"/>
                </a:solidFill>
                <a:latin typeface="Calibri"/>
              </a:rPr>
              <a:t>VERIFY re-runs a real, hash-frozen spec set before the plan was even executed — the model cannot quietly redefine “done” partway through a task. If it can't pass, it doesn't get to stop.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NOT JUST CURSOR / COPILOT / WINDSURF?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They optimize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typing.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We're building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trust layer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underneath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6060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Typical AI IDE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LakshX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Memory survives the session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session 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persistent, local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Independently verifies “done”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self-reported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hash-frozen spec re-run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Runs background multi-agent work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single-threaded chat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dispatch + monitor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Shares context across teammates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isolated per machine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→ Agent Brain (roadmap)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Model-agnostic, local-first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one vendor, cloud-only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bring your own model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THE BIG SWING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875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0" i="0">
                <a:solidFill>
                  <a:srgbClr val="EAE8F2"/>
                </a:solidFill>
                <a:latin typeface="Georgia"/>
              </a:rPr>
              <a:t>Every agent today is isolated — to one employee, on one machine, inside one project folder.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8D90A6"/>
                </a:solidFill>
                <a:latin typeface="Georgia"/>
              </a:rPr>
              <a:t>Real engineering isn't done by one person. Why is the agent?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A CLIENT PROJECT, FIVE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One team, five modules, five agents that have never met.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AUTH DEV  </a:t>
            </a:r>
            <a:r>
              <a:rPr sz="1350">
                <a:solidFill>
                  <a:srgbClr val="EAE8F2"/>
                </a:solidFill>
                <a:latin typeface="Calibri"/>
              </a:rPr>
              <a:t>renames a token field — their agent knows, nobody else's does.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API DEV  </a:t>
            </a:r>
            <a:r>
              <a:rPr sz="1350">
                <a:solidFill>
                  <a:srgbClr val="EAE8F2"/>
                </a:solidFill>
                <a:latin typeface="Calibri"/>
              </a:rPr>
              <a:t>ships an integration against the old field name — breaks silently in staging, three days later.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QA ENGINEER  </a:t>
            </a:r>
            <a:r>
              <a:rPr sz="1350">
                <a:solidFill>
                  <a:srgbClr val="EAE8F2"/>
                </a:solidFill>
                <a:latin typeface="Calibri"/>
              </a:rPr>
              <a:t>files the bug. Her agent starts debugging from zero — no idea Tuesday's change happened.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NEW HIRE  </a:t>
            </a:r>
            <a:r>
              <a:rPr sz="1350">
                <a:solidFill>
                  <a:srgbClr val="EAE8F2"/>
                </a:solidFill>
                <a:latin typeface="Calibri"/>
              </a:rPr>
              <a:t>joins mid-project, re-briefed by humans on decisions five agents already individually “knew.”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103120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auth ·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670048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api ·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236976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frontend ·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803904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infra ·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370832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qa ·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329184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0" y="2606040"/>
            <a:ext cx="1371600" cy="1371600"/>
          </a:xfrm>
          <a:prstGeom prst="ellipse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A0B0F"/>
                </a:solidFill>
                <a:latin typeface="Consolas"/>
              </a:rPr>
              <a:t>shared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8D90A6"/>
                </a:solidFill>
                <a:latin typeface="Calibri"/>
              </a:rPr>
              <a:t>One shared Agent Brain per project. Any teammate's agent can ask “has anyone touched this, and why?” and get a real, current answer.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THIS PATTERN IS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 five-person team is one example. It's not the only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Agencies with rotating developers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contractor rolls off a client project after two months — everything their agent learned evaporates with them. Agent Brain persists at the project level, not the person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2 a.m. incident response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Whoever's on call starts cold. If this exact failure was already root-caused six weeks ago by a different agent, the Brain says so — and cuts time-to-resolution.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Regulated industries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Fintech and healthcare need a provable record of what changed, why, and how it was verified. The verification + trace infrastructure already produces exactly that.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Distributed, cross-timezone teams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handoff today is a Slack message or a stale doc. With a shared Brain, the next timezone's agent already has full context on what happened eight hours ago.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Companies already pay for coordination. We reduce the bill instead of ignoring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ALREADY BUDGETED   </a:t>
            </a:r>
            <a:r>
              <a:rPr sz="1400">
                <a:solidFill>
                  <a:srgbClr val="EAE8F2"/>
                </a:solidFill>
                <a:latin typeface="Calibri"/>
              </a:rPr>
              <a:t>Standups, sprint planning, code-review context-gathering, onboarding docs, tribal-knowledge risk on attrition — all real, existing line items on an engineering leader's budget.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COMPLIANCE ANGLE   </a:t>
            </a:r>
            <a:r>
              <a:rPr sz="1400">
                <a:solidFill>
                  <a:srgbClr val="EAE8F2"/>
                </a:solidFill>
                <a:latin typeface="Calibri"/>
              </a:rPr>
              <a:t>Verification + trace infrastructure, already shipped, turns “an AI agent wrote this” from a liability into a searchable, provable audit trail.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WHO BUYS   </a:t>
            </a:r>
            <a:r>
              <a:rPr sz="1400">
                <a:solidFill>
                  <a:srgbClr val="EAE8F2"/>
                </a:solidFill>
                <a:latin typeface="Calibri"/>
              </a:rPr>
              <a:t>This sells to a VP Eng or CTO for the whole team — not one developer's individual seat. Bigger contract, stickier, less churn.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NOT A PIVOT — AN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0" i="0">
                <a:solidFill>
                  <a:srgbClr val="EAE8F2"/>
                </a:solidFill>
                <a:latin typeface="Georgia"/>
              </a:rPr>
              <a:t>The hard infrastructure is already built. Agent Brain is what happens when we open it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Local trace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88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517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project-level trace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Background subagent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0233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8862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Cross-person task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Hash-frozen verification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2578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120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team-wide “definition of done” per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WE CAN BUILD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We didn't start with the vision slide. We started with the infrastructure it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A shipped verification engine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Not a plan for one — running, tested, hash-frozen specs re-run against real process exit codes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multi-agent orchestration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Dispatching and monitoring parallel background work is the exact substrate a multiplayer Brain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structured, persistent traces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The exact substrate shared memory needs — we just haven't opened it past one machine yet.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THIS MAKES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Two tiers. Value scales with team size, not just seat 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Individual</a:t>
            </a:r>
            <a:r>
              <a:rPr sz="800">
                <a:solidFill>
                  <a:srgbClr val="57D9A3"/>
                </a:solidFill>
                <a:latin typeface="Consolas"/>
              </a:rPr>
              <a:t>   LIVE TODAY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Seat-based. Bring your own model, run locally, keep every feature on this deck. The prototype you can install right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Team Agent Brain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Org-wide. Priced on team/project, not per head — the more people share one project's Brain, the more value it returns. Natural expansion revenue as teams grow.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542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Prototype. Ideation phase for the enterprise layer. Exactly where we say we 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004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834640"/>
            <a:ext cx="32004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DESIGNING THE SHARED-CONTEXT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3464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TEAM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834640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GENERAL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8D90A6"/>
                </a:solidFill>
                <a:latin typeface="Calibri"/>
              </a:rPr>
              <a:t>No overclaiming: the single-player product on slide 4 is real and running. Enterprise Agent Brain is the ideation-stage bet this raise is for.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YC,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This deck describes a shipped prototype, not a slide deck of promises — and a swing big enough to be worth chasing.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A working prototype, not a pitch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Royal Mode's gated INTAKE→PLAN→EXECUTE→VERIFY phase machine, background subagents dispatching and monitoring parallel work, and an always-on local trace store are all shipped and running today — built by a small, fast-moving team, not described in a roadmap slide.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74320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The big swing YC looks for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Enterprise Agent Brain — one shared context across an entire engineering team's agents, not one developer's laptop — is the ambitious version of this company. The shipped single-player product is the evidence this team can actually ship toward it, not just describe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8D90A6"/>
                </a:solidFill>
                <a:latin typeface="Calibri"/>
              </a:rPr>
              <a:t>We're not asking YC to fund an idea — we're asking YC to help a team that already ships turn a real foundation into the ambitious version of itself.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WHAT WE'RE APPLYING FOR — Y COMBINATOR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0" i="0">
                <a:solidFill>
                  <a:srgbClr val="EAE8F2"/>
                </a:solidFill>
                <a:latin typeface="Georgia"/>
              </a:rPr>
              <a:t>GTM speed for the product that's already shipping, and the network to make the enterprise bet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Speed and rigor on GTM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Turning five design-partner teams into a repeatable enterprise motion — the batch's cadence and pressure-testing is exactly the forcing function for going from “a few teams like it” to a real, sellable motion.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65176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Network for the Agent Brain motion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Warm intros into engineering orgs that already feel this coordination problem, other YC founders solving adjacent multi-agent/coordination problems worth comparing notes with, and the fundraising signal that follows a YC batch — all specific to derisking the enterprise bet.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B5E70"/>
                </a:solidFill>
                <a:latin typeface="Calibri"/>
              </a:rPr>
              <a:t>Raise amount, equity, and cohort details: fill in before submitting — deliberately left open here.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From autocomplete. To an autonomous agent. To an engineering team's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shared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github.com/BeastxD7/LakshX-IDE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contact@lakshx.in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
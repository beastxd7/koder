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BUILT WITH CLAUDE, BUILT FOR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This isn't a “we'll add Claude support” pitch. Claude is the default, top to bottom.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3832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The product's own default model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fresh LakshX install's out-of-the-box default provider is Anthropic, model Claude Sonnet 5 — not a configuration option buried in settings, the actual shipped default every new user starts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51760"/>
            <a:ext cx="33832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Built substantially with Claude Code itself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real, verifiable share of this codebase's own commit history carries “Co-Authored-By: Claude Sonnet 5” — Royal Mode's verification engine, the background subagent registry, and this deck's own bug fixes were built in collaboration with Claude Code, not just marketed as AI-friendly.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The pitch: LakshX is a genuine showcase of Claude's agentic tool-use ceiling — verification-gated autonomy, background multi-agent orchestration, structured traces — running as the default experience, not a bolted-on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EAE8F2"/>
                </a:solidFill>
                <a:latin typeface="Georgia"/>
              </a:rPr>
              <a:t>API credits and rate limits to keep building — and a design partner as Royal Mode pushes on Claude's tool-use ceiling.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120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API credits + rate limits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To cover development traffic now, and the shared Agent Brain service's usage as it moves from ideation to a real pilot — both run on Claude by default, so this is directly proportional to Anthropic's own usage, not a side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2743200"/>
            <a:ext cx="52120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Early access + a real feedback loop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Royal Mode's verification-gated autonomy and background subagent orchestration push hard on tool-use and long-horizon agentic behavior — exactly the surface area new Claude capabilities land on first. Happy to be a design partner / early-access tester and report back with real, shipped-product data, not a lab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github.com/BeastxD7/LakshX-IDE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contact@lakshx.in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